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79" autoAdjust="0"/>
    <p:restoredTop sz="90233" autoAdjust="0"/>
  </p:normalViewPr>
  <p:slideViewPr>
    <p:cSldViewPr snapToGrid="0">
      <p:cViewPr>
        <p:scale>
          <a:sx n="100" d="100"/>
          <a:sy n="100" d="100"/>
        </p:scale>
        <p:origin x="744" y="1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3" d="100"/>
        <a:sy n="33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7CE30E-23A7-4AC7-BC16-53CE7F62F46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CCBEA-0906-45D6-B3FC-4BA0A35C7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169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CCBEA-0906-45D6-B3FC-4BA0A35C7F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30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219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357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15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260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20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537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865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12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11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565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4544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574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22862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4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698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67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5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ound Diagonal Corner Rectangle 64"/>
          <p:cNvSpPr/>
          <p:nvPr/>
        </p:nvSpPr>
        <p:spPr>
          <a:xfrm>
            <a:off x="6034236" y="771156"/>
            <a:ext cx="5486400" cy="5870843"/>
          </a:xfrm>
          <a:prstGeom prst="round2DiagRect">
            <a:avLst>
              <a:gd name="adj1" fmla="val 11143"/>
              <a:gd name="adj2" fmla="val 0"/>
            </a:avLst>
          </a:prstGeom>
          <a:solidFill>
            <a:srgbClr val="E3E6E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群組 2"/>
          <p:cNvGrpSpPr/>
          <p:nvPr/>
        </p:nvGrpSpPr>
        <p:grpSpPr>
          <a:xfrm>
            <a:off x="177100" y="804306"/>
            <a:ext cx="10117393" cy="5870843"/>
            <a:chOff x="5150945" y="1812055"/>
            <a:chExt cx="12325487" cy="1739274"/>
          </a:xfrm>
        </p:grpSpPr>
        <p:sp>
          <p:nvSpPr>
            <p:cNvPr id="78" name="Round Diagonal Corner Rectangle 77"/>
            <p:cNvSpPr/>
            <p:nvPr/>
          </p:nvSpPr>
          <p:spPr>
            <a:xfrm>
              <a:off x="5150945" y="1812055"/>
              <a:ext cx="6683792" cy="1739274"/>
            </a:xfrm>
            <a:prstGeom prst="round2DiagRect">
              <a:avLst>
                <a:gd name="adj1" fmla="val 11143"/>
                <a:gd name="adj2" fmla="val 0"/>
              </a:avLst>
            </a:prstGeom>
            <a:solidFill>
              <a:srgbClr val="E3E6E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4"/>
            <p:cNvSpPr txBox="1"/>
            <p:nvPr/>
          </p:nvSpPr>
          <p:spPr>
            <a:xfrm>
              <a:off x="5487054" y="1948428"/>
              <a:ext cx="6151680" cy="547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endParaRPr lang="vi-VN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  <p:sp>
          <p:nvSpPr>
            <p:cNvPr id="23" name="TextBox 15"/>
            <p:cNvSpPr txBox="1"/>
            <p:nvPr/>
          </p:nvSpPr>
          <p:spPr>
            <a:xfrm>
              <a:off x="5544999" y="1864141"/>
              <a:ext cx="4812513" cy="729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1600" dirty="0" smtClean="0">
                  <a:solidFill>
                    <a:srgbClr val="00B050"/>
                  </a:solidFill>
                  <a:latin typeface="Arial" charset="0"/>
                  <a:ea typeface="微軟正黑體" pitchFamily="34" charset="-120"/>
                  <a:sym typeface="+mn-ea"/>
                </a:rPr>
                <a:t>Before Improve</a:t>
              </a:r>
              <a:endParaRPr lang="en-US" altLang="zh-CN" sz="1600" dirty="0">
                <a:solidFill>
                  <a:srgbClr val="00B050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  <p:sp>
          <p:nvSpPr>
            <p:cNvPr id="46" name="TextBox 15"/>
            <p:cNvSpPr txBox="1"/>
            <p:nvPr/>
          </p:nvSpPr>
          <p:spPr>
            <a:xfrm>
              <a:off x="5487055" y="2872535"/>
              <a:ext cx="4812513" cy="729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1600" dirty="0" smtClean="0">
                  <a:solidFill>
                    <a:schemeClr val="accent2"/>
                  </a:solidFill>
                  <a:latin typeface="Arial" charset="0"/>
                  <a:ea typeface="微軟正黑體" pitchFamily="34" charset="-120"/>
                  <a:sym typeface="+mn-ea"/>
                </a:rPr>
                <a:t>Details Improve</a:t>
              </a:r>
              <a:endParaRPr lang="en-US" altLang="zh-CN" sz="1600" dirty="0">
                <a:solidFill>
                  <a:schemeClr val="accent2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  <p:sp>
          <p:nvSpPr>
            <p:cNvPr id="47" name="TextBox 15"/>
            <p:cNvSpPr txBox="1"/>
            <p:nvPr/>
          </p:nvSpPr>
          <p:spPr>
            <a:xfrm>
              <a:off x="12663919" y="3061190"/>
              <a:ext cx="4812513" cy="729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1600" dirty="0" smtClean="0">
                  <a:solidFill>
                    <a:srgbClr val="7030A0"/>
                  </a:solidFill>
                  <a:latin typeface="Arial" charset="0"/>
                  <a:ea typeface="微軟正黑體" pitchFamily="34" charset="-120"/>
                  <a:sym typeface="+mn-ea"/>
                </a:rPr>
                <a:t>After Improve</a:t>
              </a:r>
              <a:endParaRPr lang="en-US" altLang="zh-CN" sz="1600" dirty="0">
                <a:solidFill>
                  <a:srgbClr val="7030A0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</p:grpSp>
      <p:sp>
        <p:nvSpPr>
          <p:cNvPr id="24" name="TextBox 14"/>
          <p:cNvSpPr txBox="1"/>
          <p:nvPr/>
        </p:nvSpPr>
        <p:spPr>
          <a:xfrm>
            <a:off x="5457870" y="5111578"/>
            <a:ext cx="6423394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Tx/>
              <a:buChar char="-"/>
            </a:pPr>
            <a:endParaRPr lang="en-US" sz="120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70" name="群組 42"/>
          <p:cNvGrpSpPr/>
          <p:nvPr/>
        </p:nvGrpSpPr>
        <p:grpSpPr>
          <a:xfrm>
            <a:off x="195262" y="103592"/>
            <a:ext cx="11871049" cy="588751"/>
            <a:chOff x="195262" y="163202"/>
            <a:chExt cx="11871049" cy="588751"/>
          </a:xfrm>
        </p:grpSpPr>
        <p:sp>
          <p:nvSpPr>
            <p:cNvPr id="71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  <p:grpSp>
          <p:nvGrpSpPr>
            <p:cNvPr id="72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74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75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76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3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73" name="文字方塊 45"/>
            <p:cNvSpPr txBox="1"/>
            <p:nvPr/>
          </p:nvSpPr>
          <p:spPr>
            <a:xfrm>
              <a:off x="1345044" y="196222"/>
              <a:ext cx="107212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vi-VN" sz="24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itchFamily="34" charset="-120"/>
                  <a:cs typeface="Arial" panose="020B0604020202020204" pitchFamily="34" charset="0"/>
                  <a:sym typeface="+mn-ea"/>
                </a:rPr>
                <a:t>Eero W/X – Setup AOI Label Station to Prevent Wrong Product Label</a:t>
              </a:r>
              <a:endPara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宋体" charset="0"/>
                <a:cs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34" name="群組 4"/>
          <p:cNvGrpSpPr/>
          <p:nvPr/>
        </p:nvGrpSpPr>
        <p:grpSpPr>
          <a:xfrm>
            <a:off x="11393101" y="6202812"/>
            <a:ext cx="852538" cy="655188"/>
            <a:chOff x="1677916" y="4156906"/>
            <a:chExt cx="337600" cy="259448"/>
          </a:xfrm>
        </p:grpSpPr>
        <p:sp>
          <p:nvSpPr>
            <p:cNvPr id="36" name="Oval 21"/>
            <p:cNvSpPr/>
            <p:nvPr/>
          </p:nvSpPr>
          <p:spPr>
            <a:xfrm rot="20111049">
              <a:off x="1677916" y="4156906"/>
              <a:ext cx="231072" cy="220075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rgbClr val="00B050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>
                <a:solidFill>
                  <a:srgbClr val="00B050"/>
                </a:solidFill>
              </a:endParaRPr>
            </a:p>
          </p:txBody>
        </p:sp>
        <p:grpSp>
          <p:nvGrpSpPr>
            <p:cNvPr id="37" name="群組 6"/>
            <p:cNvGrpSpPr/>
            <p:nvPr/>
          </p:nvGrpSpPr>
          <p:grpSpPr>
            <a:xfrm>
              <a:off x="1804850" y="4300858"/>
              <a:ext cx="210666" cy="115496"/>
              <a:chOff x="2191565" y="4279903"/>
              <a:chExt cx="210666" cy="115496"/>
            </a:xfrm>
          </p:grpSpPr>
          <p:sp>
            <p:nvSpPr>
              <p:cNvPr id="38" name="文字方塊 7"/>
              <p:cNvSpPr txBox="1"/>
              <p:nvPr/>
            </p:nvSpPr>
            <p:spPr>
              <a:xfrm>
                <a:off x="2201153" y="4279903"/>
                <a:ext cx="165243" cy="97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00" b="1" dirty="0" smtClean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itchFamily="34" charset="0"/>
                  </a:rPr>
                  <a:t>FME</a:t>
                </a:r>
                <a:endParaRPr lang="zh-TW" altLang="en-US" sz="1000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rgbClr val="00B05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itchFamily="34" charset="0"/>
                </a:endParaRPr>
              </a:p>
            </p:txBody>
          </p:sp>
          <p:sp>
            <p:nvSpPr>
              <p:cNvPr id="39" name="文字方塊 8"/>
              <p:cNvSpPr txBox="1"/>
              <p:nvPr/>
            </p:nvSpPr>
            <p:spPr>
              <a:xfrm>
                <a:off x="2191565" y="4328367"/>
                <a:ext cx="210666" cy="67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500" b="1" dirty="0">
                    <a:ln w="3175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BG6</a:t>
                </a:r>
                <a:r>
                  <a:rPr lang="zh-TW" altLang="en-US" sz="500" b="1" dirty="0">
                    <a:ln w="3175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zh-TW" sz="500" b="1" dirty="0">
                    <a:ln w="0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PVN</a:t>
                </a:r>
                <a:endParaRPr lang="zh-TW" altLang="en-US" sz="500" b="1" dirty="0">
                  <a:ln w="0">
                    <a:noFill/>
                  </a:ln>
                  <a:solidFill>
                    <a:srgbClr val="00B05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7" name="TextBox 6"/>
          <p:cNvSpPr txBox="1"/>
          <p:nvPr/>
        </p:nvSpPr>
        <p:spPr>
          <a:xfrm>
            <a:off x="338464" y="1198424"/>
            <a:ext cx="5266837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Issue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Current </a:t>
            </a: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label inspection does not have an automatic check to verify actual product label vs model 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information in SFIS.</a:t>
            </a:r>
            <a:endParaRPr lang="vi-V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Operator mainly performs visual inspection, creating risk of :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Wrong product label applied to product.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Model/ artwork mismatch not detected before shipment.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Human error during label checking.</a:t>
            </a:r>
            <a:endParaRPr lang="en-US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endParaRPr lang="en-US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Risk of incorrect DSN/POD label on finished product.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Potential customer complaint and rework.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Additional inspection and handling time.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Inspection accuracy depends on operator.</a:t>
            </a:r>
            <a:endParaRPr lang="en-US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38464" y="4600122"/>
            <a:ext cx="5293757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Improvement  – </a:t>
            </a:r>
            <a:r>
              <a:rPr lang="vi-VN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Setup AOI Label Inspection Station.</a:t>
            </a:r>
            <a:endParaRPr lang="en-US" sz="11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Set up an additional AOI Label Station at Packing VI to automatically verify DSN label content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76786" y="5280053"/>
            <a:ext cx="2540741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Quality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Reduce </a:t>
            </a: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inspection variation.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Maintain inspection accuracy.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Reduce missing inspection items.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Standardize inspection process.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748406" y="5286142"/>
            <a:ext cx="2641351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Productivity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Reduce </a:t>
            </a: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3 -&gt; 1 stations.</a:t>
            </a:r>
            <a:endParaRPr lang="en-US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Save operator manpower.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Improve production efficiency.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Shorten production cycle time.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130557" y="995797"/>
            <a:ext cx="5293757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>
                <a:cs typeface="Arial" panose="020B0604020202020204" pitchFamily="34" charset="0"/>
              </a:rPr>
              <a:t>Scan the DSN Label and retrieve the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corresponding model information from SFIS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AOI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compares :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Model information from SFIS.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Actual model information on the physical label.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Label artwork/content according to the approved specification.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If the information matches -&gt; </a:t>
            </a:r>
            <a:r>
              <a:rPr lang="en-US" sz="11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If the information does not match -&gt; </a:t>
            </a:r>
            <a:r>
              <a:rPr lang="en-US" sz="1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 / NG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, preventing the wrong label from proceeding to the next </a:t>
            </a: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process.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122" y="3354369"/>
            <a:ext cx="2500460" cy="1560480"/>
          </a:xfrm>
          <a:prstGeom prst="rect">
            <a:avLst/>
          </a:prstGeom>
        </p:spPr>
      </p:pic>
      <p:pic>
        <p:nvPicPr>
          <p:cNvPr id="1026" name="Picture 2" descr="cid:image002.png@01DD139D.AE495E6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41" y="5454202"/>
            <a:ext cx="2730830" cy="1047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image00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271" y="5454202"/>
            <a:ext cx="2041407" cy="1047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146" y="3354369"/>
            <a:ext cx="2505456" cy="156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72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3183</TotalTime>
  <Words>233</Words>
  <Application>Microsoft Office PowerPoint</Application>
  <PresentationFormat>Widescreen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Amasis MT Pro Black</vt:lpstr>
      <vt:lpstr>DengXian</vt:lpstr>
      <vt:lpstr>HY그래픽M</vt:lpstr>
      <vt:lpstr>微軟正黑體</vt:lpstr>
      <vt:lpstr>新細明體</vt:lpstr>
      <vt:lpstr>宋体</vt:lpstr>
      <vt:lpstr>华文新魏</vt:lpstr>
      <vt:lpstr>Arial</vt:lpstr>
      <vt:lpstr>Calibri</vt:lpstr>
      <vt:lpstr>Trebuchet MS</vt:lpstr>
      <vt:lpstr>Wingdings</vt:lpstr>
      <vt:lpstr>Wingdings 3</vt:lpstr>
      <vt:lpstr>Facet</vt:lpstr>
      <vt:lpstr>PowerPoint Presentation</vt:lpstr>
    </vt:vector>
  </TitlesOfParts>
  <Company>Nothing1010.blogspot.com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Leon Than(THÂN NGỌC LONG_PVN)</dc:creator>
  <cp:lastModifiedBy>Leon Than(THÂN NGỌC LONG_PVN)</cp:lastModifiedBy>
  <cp:revision>68</cp:revision>
  <dcterms:created xsi:type="dcterms:W3CDTF">2025-12-22T09:14:40Z</dcterms:created>
  <dcterms:modified xsi:type="dcterms:W3CDTF">2026-08-21T06:23:01Z</dcterms:modified>
</cp:coreProperties>
</file>