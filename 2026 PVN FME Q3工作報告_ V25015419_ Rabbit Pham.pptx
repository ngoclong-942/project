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290" r:id="rId2"/>
    <p:sldId id="1262" r:id="rId3"/>
    <p:sldId id="1292" r:id="rId4"/>
    <p:sldId id="1293" r:id="rId5"/>
    <p:sldId id="1294" r:id="rId6"/>
    <p:sldId id="1287" r:id="rId7"/>
    <p:sldId id="128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ABA"/>
    <a:srgbClr val="F3F3F3"/>
    <a:srgbClr val="DAFFA3"/>
    <a:srgbClr val="1AB0C0"/>
    <a:srgbClr val="347EB6"/>
    <a:srgbClr val="BA996E"/>
    <a:srgbClr val="DAD5CC"/>
    <a:srgbClr val="1BBACB"/>
    <a:srgbClr val="1CC1D2"/>
    <a:srgbClr val="CE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95090" autoAdjust="0"/>
  </p:normalViewPr>
  <p:slideViewPr>
    <p:cSldViewPr snapToGrid="0">
      <p:cViewPr varScale="1">
        <p:scale>
          <a:sx n="98" d="100"/>
          <a:sy n="98" d="100"/>
        </p:scale>
        <p:origin x="10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C1D5E978-FE18-638A-A501-7C2AF87183D7}"/>
              </a:ext>
            </a:extLst>
          </p:cNvPr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21934" y="4841728"/>
            <a:ext cx="8302787" cy="1862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PVN FME Q3 </a:t>
            </a: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Work </a:t>
            </a:r>
            <a:r>
              <a:rPr lang="en-US" altLang="zh-TW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Report</a:t>
            </a:r>
            <a:endParaRPr lang="en-US" altLang="zh-TW" sz="3600" b="1" dirty="0">
              <a:solidFill>
                <a:srgbClr val="002060"/>
              </a:solidFill>
              <a:effectLst>
                <a:outerShdw blurRad="50800" dist="38100" dir="10800000" algn="r" rotWithShape="0">
                  <a:schemeClr val="bg1">
                    <a:lumMod val="85000"/>
                    <a:alpha val="7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+mn-ea"/>
            </a:endParaRPr>
          </a:p>
          <a:p>
            <a:pPr>
              <a:spcBef>
                <a:spcPts val="600"/>
              </a:spcBef>
            </a:pP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Dep.: BG6- Manufacturing&amp; Operation Management Center.-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Viet Nam 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Manufacturing Div.- PVN1 Factory- FME Dept.- Automation Sec.</a:t>
            </a:r>
          </a:p>
          <a:p>
            <a:pPr>
              <a:spcBef>
                <a:spcPts val="600"/>
              </a:spcBef>
            </a:pP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Name: Rabbit Pham </a:t>
            </a:r>
            <a:r>
              <a:rPr lang="zh-CN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范氏垂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Date: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2026/09/18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4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D9FE76B-49B7-122B-0173-0FC9E984D589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3" name="Oval 21">
              <a:extLst>
                <a:ext uri="{FF2B5EF4-FFF2-40B4-BE49-F238E27FC236}">
                  <a16:creationId xmlns:a16="http://schemas.microsoft.com/office/drawing/2014/main" id="{08753D7E-9C76-5745-271E-3279677D49DD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3E91ED7E-6F95-12F9-3EB2-B02A5DF1A8FE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B31B170-9B0C-8CB4-975E-D340975F69B4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E9DDE14-C7D6-F82F-1A03-09B74D1D3628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187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7ECDC0-7478-1389-3555-719F52C2D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117080"/>
              </p:ext>
            </p:extLst>
          </p:nvPr>
        </p:nvGraphicFramePr>
        <p:xfrm>
          <a:off x="557348" y="1652610"/>
          <a:ext cx="11077303" cy="348315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625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Time</a:t>
                      </a:r>
                      <a:endParaRPr lang="zh-TW" altLang="en-US" sz="2000" dirty="0" smtClean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Work Results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70658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Following the previous</a:t>
                      </a:r>
                      <a:r>
                        <a:rPr lang="en-US" altLang="zh-TW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quarter, continued to enhance my knowledge and hands-on experience with new AOI equipment and programs. 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673331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Participated in the setup and commissioning of new AOI stations on production lines, including the installation</a:t>
                      </a:r>
                      <a:r>
                        <a:rPr lang="en-US" altLang="zh-TW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configuration of inspection programs for new machines.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7315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r>
                        <a:rPr lang="zh-TW" alt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Conducted AI model training for new</a:t>
                      </a:r>
                      <a:r>
                        <a:rPr lang="en-US" altLang="zh-TW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models, carried out trial runs and validation. Submitted PCN requests through the company system for online production approval.  </a:t>
                      </a:r>
                      <a:endParaRPr lang="zh-TW" altLang="en-US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746647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Monitored</a:t>
                      </a:r>
                      <a:r>
                        <a:rPr lang="en-US" altLang="zh-TW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progress and status of AOI projects and regularly updated the weekly report to ensure timely tracking and follow-up.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</a:tbl>
          </a:graphicData>
        </a:graphic>
      </p:graphicFrame>
      <p:grpSp>
        <p:nvGrpSpPr>
          <p:cNvPr id="17" name="群組 42"/>
          <p:cNvGrpSpPr/>
          <p:nvPr/>
        </p:nvGrpSpPr>
        <p:grpSpPr>
          <a:xfrm>
            <a:off x="204839" y="192962"/>
            <a:ext cx="11801476" cy="626442"/>
            <a:chOff x="195262" y="163202"/>
            <a:chExt cx="11801476" cy="626442"/>
          </a:xfrm>
        </p:grpSpPr>
        <p:sp>
          <p:nvSpPr>
            <p:cNvPr id="18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9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21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23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24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20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Q2, Q3 - 2026  Work Results</a:t>
              </a:r>
              <a:endPara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  <a:endPara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10" name="Pentagon 9"/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5043" y="1103004"/>
            <a:ext cx="10039148" cy="6155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AOI Aurora (4F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Line</a:t>
            </a:r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)_ Include Aurora1, Aurora2, Aurora3, Aurora4, Aurora5. 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4" name="Flowchart: Off-page Connector 13"/>
          <p:cNvSpPr/>
          <p:nvPr/>
        </p:nvSpPr>
        <p:spPr>
          <a:xfrm>
            <a:off x="787940" y="1718557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Flowchart: Off-page Connector 28"/>
          <p:cNvSpPr/>
          <p:nvPr/>
        </p:nvSpPr>
        <p:spPr>
          <a:xfrm>
            <a:off x="4432364" y="1718557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Flowchart: Off-page Connector 29"/>
          <p:cNvSpPr/>
          <p:nvPr/>
        </p:nvSpPr>
        <p:spPr>
          <a:xfrm>
            <a:off x="8076788" y="1718557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Flowchart: Off-page Connector 30"/>
          <p:cNvSpPr/>
          <p:nvPr/>
        </p:nvSpPr>
        <p:spPr>
          <a:xfrm rot="10800000">
            <a:off x="2582999" y="4114945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lowchart: Off-page Connector 31"/>
          <p:cNvSpPr/>
          <p:nvPr/>
        </p:nvSpPr>
        <p:spPr>
          <a:xfrm rot="10800000">
            <a:off x="6365330" y="4114945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Flowchart: Connector 14"/>
          <p:cNvSpPr/>
          <p:nvPr/>
        </p:nvSpPr>
        <p:spPr>
          <a:xfrm>
            <a:off x="2108071" y="3730102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Flowchart: Connector 33"/>
          <p:cNvSpPr/>
          <p:nvPr/>
        </p:nvSpPr>
        <p:spPr>
          <a:xfrm>
            <a:off x="5890402" y="3730102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9474258" y="3730102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36" name="Flowchart: Connector 35"/>
          <p:cNvSpPr/>
          <p:nvPr/>
        </p:nvSpPr>
        <p:spPr>
          <a:xfrm>
            <a:off x="3920883" y="3852297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37" name="Flowchart: Connector 36"/>
          <p:cNvSpPr/>
          <p:nvPr/>
        </p:nvSpPr>
        <p:spPr>
          <a:xfrm>
            <a:off x="7780244" y="3852297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3582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  <a:endPara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10" name="Pentagon 9"/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5043" y="1103004"/>
            <a:ext cx="10039148" cy="6155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AOI Aurora (4L 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87940" y="1718557"/>
            <a:ext cx="4990290" cy="437095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1503" y="1718557"/>
            <a:ext cx="4990290" cy="437095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131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  <a:endPara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10" name="Pentagon 9"/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5043" y="1103004"/>
            <a:ext cx="10039148" cy="6155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AOI R30 (4N 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40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22DC-41D9-9039-1E50-1DCC667B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0428501F-31AB-0DD5-93DE-5E7D2BFF6F7B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A9881145-5EAD-7464-9FEB-B3DCD1046003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3D96D5F-05B0-311A-4C20-757990B8425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374A306-13D2-599F-6839-42540F4C4012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53B6089-68C3-C7E1-E768-FA5D4836C129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9D36CF88-B0B1-AEDD-CCE7-2DB039E7DE48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3390BDD-9B72-9F37-E922-D9100757E467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4951AEC-5F2B-0185-C8AD-C0C05C088C0F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>
                <a:extLst>
                  <a:ext uri="{FF2B5EF4-FFF2-40B4-BE49-F238E27FC236}">
                    <a16:creationId xmlns:a16="http://schemas.microsoft.com/office/drawing/2014/main" id="{CF7C8B5F-9966-9D3E-0393-58969A95E0E9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>
                <a:extLst>
                  <a:ext uri="{FF2B5EF4-FFF2-40B4-BE49-F238E27FC236}">
                    <a16:creationId xmlns:a16="http://schemas.microsoft.com/office/drawing/2014/main" id="{6F4CC479-26D5-ACBA-DD0A-33933707F842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CE63274E-24D9-99BB-E77C-8928F98DBB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60C1F1-782A-F0A6-F805-F04B8E6DE85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DBF3AE9-E665-42AB-D033-8DC0E2173BAE}"/>
                </a:ext>
              </a:extLst>
            </p:cNvPr>
            <p:cNvSpPr txBox="1"/>
            <p:nvPr/>
          </p:nvSpPr>
          <p:spPr>
            <a:xfrm>
              <a:off x="1639416" y="268498"/>
              <a:ext cx="9657580" cy="4585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r>
                <a:rPr lang="en-US" altLang="zh-TW" dirty="0">
                  <a:sym typeface="+mn-ea"/>
                </a:rPr>
                <a:t>Work and Self-Development Plan: Q4 2026 – Q1 2027</a:t>
              </a:r>
              <a:endParaRPr lang="en-US" altLang="zh-TW" dirty="0">
                <a:sym typeface="+mn-ea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68DE87F-4023-97E8-BB9F-ED4DA133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84098"/>
              </p:ext>
            </p:extLst>
          </p:nvPr>
        </p:nvGraphicFramePr>
        <p:xfrm>
          <a:off x="616856" y="1103004"/>
          <a:ext cx="11077303" cy="5206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Work</a:t>
                      </a:r>
                      <a:r>
                        <a:rPr lang="en-US" altLang="zh-TW" sz="2000" baseline="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and Self- Development Plan</a:t>
                      </a:r>
                      <a:endParaRPr lang="zh-TW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Q4~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67214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52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82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4919F4-AB79-233A-6E39-5309E5C3D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6155007F-1855-1E11-6F57-2582E0B8F689}"/>
              </a:ext>
            </a:extLst>
          </p:cNvPr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3771E5-B654-71D9-E558-5F572104EAEB}"/>
              </a:ext>
            </a:extLst>
          </p:cNvPr>
          <p:cNvSpPr txBox="1"/>
          <p:nvPr/>
        </p:nvSpPr>
        <p:spPr>
          <a:xfrm>
            <a:off x="7475369" y="5711409"/>
            <a:ext cx="4592320" cy="1015663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Thank</a:t>
            </a:r>
            <a:r>
              <a:rPr kumimoji="0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 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77D081A-23EC-28BC-E9A2-12AF4C1943AF}"/>
              </a:ext>
            </a:extLst>
          </p:cNvPr>
          <p:cNvGrpSpPr/>
          <p:nvPr/>
        </p:nvGrpSpPr>
        <p:grpSpPr>
          <a:xfrm>
            <a:off x="670560" y="359028"/>
            <a:ext cx="10850880" cy="6368044"/>
            <a:chOff x="2687161" y="3731096"/>
            <a:chExt cx="5158677" cy="3027467"/>
          </a:xfrm>
          <a:solidFill>
            <a:srgbClr val="F3F3F3">
              <a:alpha val="70000"/>
            </a:srgbClr>
          </a:solidFill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7A4573F8-6937-86ED-DA57-19CBB54AC432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49FC5EDC-C132-2D3F-82BC-185E08553B3A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2E6F49D-B8E8-E22F-E078-46540DAAFD6D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0C7CEE80-9713-274D-065D-98D3B85113E5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C3F24F34-AB41-BCCA-4BB7-4A7B92AAD306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384959DD-456C-BA05-F33C-465D58CE8D02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A2E6CB6A-6597-3032-2E74-65BE56923958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7">
              <a:extLst>
                <a:ext uri="{FF2B5EF4-FFF2-40B4-BE49-F238E27FC236}">
                  <a16:creationId xmlns:a16="http://schemas.microsoft.com/office/drawing/2014/main" id="{C45F9899-2976-EEE4-456B-6EEB89BA4292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8">
              <a:extLst>
                <a:ext uri="{FF2B5EF4-FFF2-40B4-BE49-F238E27FC236}">
                  <a16:creationId xmlns:a16="http://schemas.microsoft.com/office/drawing/2014/main" id="{EF97D090-67C8-5D68-45E1-A869836A1574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9">
              <a:extLst>
                <a:ext uri="{FF2B5EF4-FFF2-40B4-BE49-F238E27FC236}">
                  <a16:creationId xmlns:a16="http://schemas.microsoft.com/office/drawing/2014/main" id="{B6CEBBE6-941A-F48D-2B1C-C4C4ADD2BDC2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F77A88D7-B874-B397-E814-67F16FD5B289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1">
              <a:extLst>
                <a:ext uri="{FF2B5EF4-FFF2-40B4-BE49-F238E27FC236}">
                  <a16:creationId xmlns:a16="http://schemas.microsoft.com/office/drawing/2014/main" id="{3D2B9FE7-92B2-7184-9165-F6AD75B3733A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2">
              <a:extLst>
                <a:ext uri="{FF2B5EF4-FFF2-40B4-BE49-F238E27FC236}">
                  <a16:creationId xmlns:a16="http://schemas.microsoft.com/office/drawing/2014/main" id="{528BBB0B-3AA2-BEF8-A5FB-6A0A0A22EA10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3">
              <a:extLst>
                <a:ext uri="{FF2B5EF4-FFF2-40B4-BE49-F238E27FC236}">
                  <a16:creationId xmlns:a16="http://schemas.microsoft.com/office/drawing/2014/main" id="{B6BD2CA9-C045-FD40-CE92-D5BA83A3FBE6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4">
              <a:extLst>
                <a:ext uri="{FF2B5EF4-FFF2-40B4-BE49-F238E27FC236}">
                  <a16:creationId xmlns:a16="http://schemas.microsoft.com/office/drawing/2014/main" id="{362F4038-DEEB-EC03-E66C-A6FBB7FF34DE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4607E0B0-27EC-AAE4-5D4C-178A0B80DDE2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6CDD5853-F08A-8852-34F3-C1BBB7511A2F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C6BAD6A3-3482-12FB-DF79-2C00CAC8E23E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0D58F878-D699-BF90-F0D3-E279C95EC0C1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086950D6-063F-2702-AEC4-5E0112B6DB6E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0">
              <a:extLst>
                <a:ext uri="{FF2B5EF4-FFF2-40B4-BE49-F238E27FC236}">
                  <a16:creationId xmlns:a16="http://schemas.microsoft.com/office/drawing/2014/main" id="{E515F2B9-6B5E-219D-D92C-BA2414832CA3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1">
              <a:extLst>
                <a:ext uri="{FF2B5EF4-FFF2-40B4-BE49-F238E27FC236}">
                  <a16:creationId xmlns:a16="http://schemas.microsoft.com/office/drawing/2014/main" id="{41A1E5CE-DBC5-04C7-9E24-E2C49957CBD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2">
              <a:extLst>
                <a:ext uri="{FF2B5EF4-FFF2-40B4-BE49-F238E27FC236}">
                  <a16:creationId xmlns:a16="http://schemas.microsoft.com/office/drawing/2014/main" id="{BA294110-2951-C29E-067B-1904BC2CFF7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3">
              <a:extLst>
                <a:ext uri="{FF2B5EF4-FFF2-40B4-BE49-F238E27FC236}">
                  <a16:creationId xmlns:a16="http://schemas.microsoft.com/office/drawing/2014/main" id="{FC5FD4D9-40A7-FEF1-DCD9-A1A95D0123BD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4">
              <a:extLst>
                <a:ext uri="{FF2B5EF4-FFF2-40B4-BE49-F238E27FC236}">
                  <a16:creationId xmlns:a16="http://schemas.microsoft.com/office/drawing/2014/main" id="{FBDC049B-F60F-AB83-03B3-7A88B46D9B27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366587DD-155D-714C-DE2E-A1EA295B195F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6">
              <a:extLst>
                <a:ext uri="{FF2B5EF4-FFF2-40B4-BE49-F238E27FC236}">
                  <a16:creationId xmlns:a16="http://schemas.microsoft.com/office/drawing/2014/main" id="{13C9D349-41E5-6CA0-0213-6B1CEE60F6F2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7">
              <a:extLst>
                <a:ext uri="{FF2B5EF4-FFF2-40B4-BE49-F238E27FC236}">
                  <a16:creationId xmlns:a16="http://schemas.microsoft.com/office/drawing/2014/main" id="{EA583DF7-53C6-7A50-BF80-E86D72AD6BAF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8">
              <a:extLst>
                <a:ext uri="{FF2B5EF4-FFF2-40B4-BE49-F238E27FC236}">
                  <a16:creationId xmlns:a16="http://schemas.microsoft.com/office/drawing/2014/main" id="{C73078B7-4006-93D1-9F76-C0559BB73D5B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9">
              <a:extLst>
                <a:ext uri="{FF2B5EF4-FFF2-40B4-BE49-F238E27FC236}">
                  <a16:creationId xmlns:a16="http://schemas.microsoft.com/office/drawing/2014/main" id="{12C312A9-51F7-74A1-522E-7B1CA5205AC5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40">
              <a:extLst>
                <a:ext uri="{FF2B5EF4-FFF2-40B4-BE49-F238E27FC236}">
                  <a16:creationId xmlns:a16="http://schemas.microsoft.com/office/drawing/2014/main" id="{9F5D3F7C-417F-880A-39F7-DF75C0663099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41">
              <a:extLst>
                <a:ext uri="{FF2B5EF4-FFF2-40B4-BE49-F238E27FC236}">
                  <a16:creationId xmlns:a16="http://schemas.microsoft.com/office/drawing/2014/main" id="{9655693D-1021-17BB-D6B7-85CF049C9F5A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2">
              <a:extLst>
                <a:ext uri="{FF2B5EF4-FFF2-40B4-BE49-F238E27FC236}">
                  <a16:creationId xmlns:a16="http://schemas.microsoft.com/office/drawing/2014/main" id="{138BECA5-B6A9-2B9E-28E6-9314815026CA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3">
              <a:extLst>
                <a:ext uri="{FF2B5EF4-FFF2-40B4-BE49-F238E27FC236}">
                  <a16:creationId xmlns:a16="http://schemas.microsoft.com/office/drawing/2014/main" id="{558D37A2-C07A-7ABD-33F8-50EBE6E2AF16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44">
              <a:extLst>
                <a:ext uri="{FF2B5EF4-FFF2-40B4-BE49-F238E27FC236}">
                  <a16:creationId xmlns:a16="http://schemas.microsoft.com/office/drawing/2014/main" id="{61C1EBAF-8379-5819-3CC1-95C0C5DE06F1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5">
              <a:extLst>
                <a:ext uri="{FF2B5EF4-FFF2-40B4-BE49-F238E27FC236}">
                  <a16:creationId xmlns:a16="http://schemas.microsoft.com/office/drawing/2014/main" id="{68F3EB5C-EC8A-A67A-34F6-98EEB5EF8CE6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6">
              <a:extLst>
                <a:ext uri="{FF2B5EF4-FFF2-40B4-BE49-F238E27FC236}">
                  <a16:creationId xmlns:a16="http://schemas.microsoft.com/office/drawing/2014/main" id="{F07B861C-C716-A2AA-A112-D10988A278D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7">
              <a:extLst>
                <a:ext uri="{FF2B5EF4-FFF2-40B4-BE49-F238E27FC236}">
                  <a16:creationId xmlns:a16="http://schemas.microsoft.com/office/drawing/2014/main" id="{A1C14D9B-0A2E-E885-1FB5-2BD9B2DDAE23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8">
              <a:extLst>
                <a:ext uri="{FF2B5EF4-FFF2-40B4-BE49-F238E27FC236}">
                  <a16:creationId xmlns:a16="http://schemas.microsoft.com/office/drawing/2014/main" id="{AE2D2B93-8313-5B3C-6356-E8B612213E69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9">
              <a:extLst>
                <a:ext uri="{FF2B5EF4-FFF2-40B4-BE49-F238E27FC236}">
                  <a16:creationId xmlns:a16="http://schemas.microsoft.com/office/drawing/2014/main" id="{A04D2050-F210-C3B2-CB8E-EB63F940373B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50">
              <a:extLst>
                <a:ext uri="{FF2B5EF4-FFF2-40B4-BE49-F238E27FC236}">
                  <a16:creationId xmlns:a16="http://schemas.microsoft.com/office/drawing/2014/main" id="{6A75537C-D56C-0D82-983C-9808E1973A6F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51">
              <a:extLst>
                <a:ext uri="{FF2B5EF4-FFF2-40B4-BE49-F238E27FC236}">
                  <a16:creationId xmlns:a16="http://schemas.microsoft.com/office/drawing/2014/main" id="{457ECB51-F55B-7F3A-9D3C-BAA2246E728A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52">
              <a:extLst>
                <a:ext uri="{FF2B5EF4-FFF2-40B4-BE49-F238E27FC236}">
                  <a16:creationId xmlns:a16="http://schemas.microsoft.com/office/drawing/2014/main" id="{8BE1695C-2FDC-7038-FE89-8078229FA93C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53">
              <a:extLst>
                <a:ext uri="{FF2B5EF4-FFF2-40B4-BE49-F238E27FC236}">
                  <a16:creationId xmlns:a16="http://schemas.microsoft.com/office/drawing/2014/main" id="{C2C04706-286F-6090-B318-AB74444C624E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54">
              <a:extLst>
                <a:ext uri="{FF2B5EF4-FFF2-40B4-BE49-F238E27FC236}">
                  <a16:creationId xmlns:a16="http://schemas.microsoft.com/office/drawing/2014/main" id="{47E70E2B-2131-5652-D0FB-2F9D115D5A79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5">
              <a:extLst>
                <a:ext uri="{FF2B5EF4-FFF2-40B4-BE49-F238E27FC236}">
                  <a16:creationId xmlns:a16="http://schemas.microsoft.com/office/drawing/2014/main" id="{CC238BE2-7690-9A48-C602-2D98BAC4F779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6">
              <a:extLst>
                <a:ext uri="{FF2B5EF4-FFF2-40B4-BE49-F238E27FC236}">
                  <a16:creationId xmlns:a16="http://schemas.microsoft.com/office/drawing/2014/main" id="{8F65AA75-2B18-17E8-F9C2-C49201E589B3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7">
              <a:extLst>
                <a:ext uri="{FF2B5EF4-FFF2-40B4-BE49-F238E27FC236}">
                  <a16:creationId xmlns:a16="http://schemas.microsoft.com/office/drawing/2014/main" id="{9A83FABF-242B-6F37-D4D7-AB874575E42A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8">
              <a:extLst>
                <a:ext uri="{FF2B5EF4-FFF2-40B4-BE49-F238E27FC236}">
                  <a16:creationId xmlns:a16="http://schemas.microsoft.com/office/drawing/2014/main" id="{AB00ED80-4597-F69C-1622-C84D514099D9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9">
              <a:extLst>
                <a:ext uri="{FF2B5EF4-FFF2-40B4-BE49-F238E27FC236}">
                  <a16:creationId xmlns:a16="http://schemas.microsoft.com/office/drawing/2014/main" id="{2DFF1F49-C628-32AD-05A5-16FF8DA3DC3A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60">
              <a:extLst>
                <a:ext uri="{FF2B5EF4-FFF2-40B4-BE49-F238E27FC236}">
                  <a16:creationId xmlns:a16="http://schemas.microsoft.com/office/drawing/2014/main" id="{3884F08F-AAA1-DD6C-27A7-10478CD3F84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61">
              <a:extLst>
                <a:ext uri="{FF2B5EF4-FFF2-40B4-BE49-F238E27FC236}">
                  <a16:creationId xmlns:a16="http://schemas.microsoft.com/office/drawing/2014/main" id="{100AC84E-7863-38C6-70D2-5EA689D4726C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62">
              <a:extLst>
                <a:ext uri="{FF2B5EF4-FFF2-40B4-BE49-F238E27FC236}">
                  <a16:creationId xmlns:a16="http://schemas.microsoft.com/office/drawing/2014/main" id="{D41E1187-706B-5E75-D100-6A20102B202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63">
              <a:extLst>
                <a:ext uri="{FF2B5EF4-FFF2-40B4-BE49-F238E27FC236}">
                  <a16:creationId xmlns:a16="http://schemas.microsoft.com/office/drawing/2014/main" id="{030BCDAA-A74E-4FB5-F25D-4A3FA93B270C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64">
              <a:extLst>
                <a:ext uri="{FF2B5EF4-FFF2-40B4-BE49-F238E27FC236}">
                  <a16:creationId xmlns:a16="http://schemas.microsoft.com/office/drawing/2014/main" id="{320BA52C-33DB-D23C-7424-7AE25F975324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5">
              <a:extLst>
                <a:ext uri="{FF2B5EF4-FFF2-40B4-BE49-F238E27FC236}">
                  <a16:creationId xmlns:a16="http://schemas.microsoft.com/office/drawing/2014/main" id="{EC34D5C0-298C-76D8-1EB4-FEBACCAB63CE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6">
              <a:extLst>
                <a:ext uri="{FF2B5EF4-FFF2-40B4-BE49-F238E27FC236}">
                  <a16:creationId xmlns:a16="http://schemas.microsoft.com/office/drawing/2014/main" id="{91E69C4F-D9CD-A2D6-5900-2D8E3D9048DF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7">
              <a:extLst>
                <a:ext uri="{FF2B5EF4-FFF2-40B4-BE49-F238E27FC236}">
                  <a16:creationId xmlns:a16="http://schemas.microsoft.com/office/drawing/2014/main" id="{B7635481-8364-6211-7267-6FE1850DC383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8">
              <a:extLst>
                <a:ext uri="{FF2B5EF4-FFF2-40B4-BE49-F238E27FC236}">
                  <a16:creationId xmlns:a16="http://schemas.microsoft.com/office/drawing/2014/main" id="{42E8E9BF-A608-A530-1A06-8E7FD5D8752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9">
              <a:extLst>
                <a:ext uri="{FF2B5EF4-FFF2-40B4-BE49-F238E27FC236}">
                  <a16:creationId xmlns:a16="http://schemas.microsoft.com/office/drawing/2014/main" id="{6F48C602-4F89-9101-99B0-AFA36A8D3425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70">
              <a:extLst>
                <a:ext uri="{FF2B5EF4-FFF2-40B4-BE49-F238E27FC236}">
                  <a16:creationId xmlns:a16="http://schemas.microsoft.com/office/drawing/2014/main" id="{B2808E0B-1B2F-0733-9302-210209556A41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71">
              <a:extLst>
                <a:ext uri="{FF2B5EF4-FFF2-40B4-BE49-F238E27FC236}">
                  <a16:creationId xmlns:a16="http://schemas.microsoft.com/office/drawing/2014/main" id="{04061A2B-6028-AC3D-1793-F71AB3B8A196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72">
              <a:extLst>
                <a:ext uri="{FF2B5EF4-FFF2-40B4-BE49-F238E27FC236}">
                  <a16:creationId xmlns:a16="http://schemas.microsoft.com/office/drawing/2014/main" id="{FC0CC240-3342-6079-9681-A5DF4E4B9724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73">
              <a:extLst>
                <a:ext uri="{FF2B5EF4-FFF2-40B4-BE49-F238E27FC236}">
                  <a16:creationId xmlns:a16="http://schemas.microsoft.com/office/drawing/2014/main" id="{1D9E668B-50AE-56B6-E104-7DDD4000703B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74">
              <a:extLst>
                <a:ext uri="{FF2B5EF4-FFF2-40B4-BE49-F238E27FC236}">
                  <a16:creationId xmlns:a16="http://schemas.microsoft.com/office/drawing/2014/main" id="{A6D3E211-FB89-4A12-CE14-BB1376281F73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5">
              <a:extLst>
                <a:ext uri="{FF2B5EF4-FFF2-40B4-BE49-F238E27FC236}">
                  <a16:creationId xmlns:a16="http://schemas.microsoft.com/office/drawing/2014/main" id="{BFDE91EF-0B80-4893-7CA7-D8DF75A92E34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6">
              <a:extLst>
                <a:ext uri="{FF2B5EF4-FFF2-40B4-BE49-F238E27FC236}">
                  <a16:creationId xmlns:a16="http://schemas.microsoft.com/office/drawing/2014/main" id="{6B8E6E9C-DA4B-782F-208B-D90E723EBA0F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7">
              <a:extLst>
                <a:ext uri="{FF2B5EF4-FFF2-40B4-BE49-F238E27FC236}">
                  <a16:creationId xmlns:a16="http://schemas.microsoft.com/office/drawing/2014/main" id="{77BC6D8F-BF6F-6F89-C8F2-756316D08D09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8">
              <a:extLst>
                <a:ext uri="{FF2B5EF4-FFF2-40B4-BE49-F238E27FC236}">
                  <a16:creationId xmlns:a16="http://schemas.microsoft.com/office/drawing/2014/main" id="{579C1F33-3CB3-B91B-E51D-AAFCC47544B1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9">
              <a:extLst>
                <a:ext uri="{FF2B5EF4-FFF2-40B4-BE49-F238E27FC236}">
                  <a16:creationId xmlns:a16="http://schemas.microsoft.com/office/drawing/2014/main" id="{EEC62C97-F39D-31E6-EFFF-055519E1C474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80">
              <a:extLst>
                <a:ext uri="{FF2B5EF4-FFF2-40B4-BE49-F238E27FC236}">
                  <a16:creationId xmlns:a16="http://schemas.microsoft.com/office/drawing/2014/main" id="{D8464B93-D492-B9C2-9DB7-7AE10E8457C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81">
              <a:extLst>
                <a:ext uri="{FF2B5EF4-FFF2-40B4-BE49-F238E27FC236}">
                  <a16:creationId xmlns:a16="http://schemas.microsoft.com/office/drawing/2014/main" id="{BE3DA32F-1688-4A56-BE11-8100302A57B5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82">
              <a:extLst>
                <a:ext uri="{FF2B5EF4-FFF2-40B4-BE49-F238E27FC236}">
                  <a16:creationId xmlns:a16="http://schemas.microsoft.com/office/drawing/2014/main" id="{CFB82062-C9B5-7A2C-F083-0EEB5927C234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83">
              <a:extLst>
                <a:ext uri="{FF2B5EF4-FFF2-40B4-BE49-F238E27FC236}">
                  <a16:creationId xmlns:a16="http://schemas.microsoft.com/office/drawing/2014/main" id="{8150F092-D64D-C4AC-9786-A6D85921D13B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84">
              <a:extLst>
                <a:ext uri="{FF2B5EF4-FFF2-40B4-BE49-F238E27FC236}">
                  <a16:creationId xmlns:a16="http://schemas.microsoft.com/office/drawing/2014/main" id="{4CE5D5A9-936A-28E3-016E-B8D89D9BB155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5">
              <a:extLst>
                <a:ext uri="{FF2B5EF4-FFF2-40B4-BE49-F238E27FC236}">
                  <a16:creationId xmlns:a16="http://schemas.microsoft.com/office/drawing/2014/main" id="{E08AC62A-1368-135D-8C25-480B5E9BF557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6">
              <a:extLst>
                <a:ext uri="{FF2B5EF4-FFF2-40B4-BE49-F238E27FC236}">
                  <a16:creationId xmlns:a16="http://schemas.microsoft.com/office/drawing/2014/main" id="{915F276E-E6DF-61FA-FCB4-413FFE0DA93B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7">
              <a:extLst>
                <a:ext uri="{FF2B5EF4-FFF2-40B4-BE49-F238E27FC236}">
                  <a16:creationId xmlns:a16="http://schemas.microsoft.com/office/drawing/2014/main" id="{7FDF2C1B-8F1B-DAEC-593F-35205913C341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8">
              <a:extLst>
                <a:ext uri="{FF2B5EF4-FFF2-40B4-BE49-F238E27FC236}">
                  <a16:creationId xmlns:a16="http://schemas.microsoft.com/office/drawing/2014/main" id="{75E89A4F-F943-813B-9EF6-057F4F31CC50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9">
              <a:extLst>
                <a:ext uri="{FF2B5EF4-FFF2-40B4-BE49-F238E27FC236}">
                  <a16:creationId xmlns:a16="http://schemas.microsoft.com/office/drawing/2014/main" id="{6275A560-4D7F-5AAA-2808-DDEC7C25CF81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90">
              <a:extLst>
                <a:ext uri="{FF2B5EF4-FFF2-40B4-BE49-F238E27FC236}">
                  <a16:creationId xmlns:a16="http://schemas.microsoft.com/office/drawing/2014/main" id="{C2FABB23-1922-86FC-EF64-1C7F727D0CA7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91">
              <a:extLst>
                <a:ext uri="{FF2B5EF4-FFF2-40B4-BE49-F238E27FC236}">
                  <a16:creationId xmlns:a16="http://schemas.microsoft.com/office/drawing/2014/main" id="{C1D42D7B-5B82-BAD6-56FC-89E68C81697A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92">
              <a:extLst>
                <a:ext uri="{FF2B5EF4-FFF2-40B4-BE49-F238E27FC236}">
                  <a16:creationId xmlns:a16="http://schemas.microsoft.com/office/drawing/2014/main" id="{D97A8E01-D831-6909-C89E-ECE6143D0F51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93">
              <a:extLst>
                <a:ext uri="{FF2B5EF4-FFF2-40B4-BE49-F238E27FC236}">
                  <a16:creationId xmlns:a16="http://schemas.microsoft.com/office/drawing/2014/main" id="{7872F816-55BC-C9FF-3D3B-D349678C8C2A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4">
              <a:extLst>
                <a:ext uri="{FF2B5EF4-FFF2-40B4-BE49-F238E27FC236}">
                  <a16:creationId xmlns:a16="http://schemas.microsoft.com/office/drawing/2014/main" id="{446733EC-7102-65AA-CC67-0DC97DD2AFDB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5">
              <a:extLst>
                <a:ext uri="{FF2B5EF4-FFF2-40B4-BE49-F238E27FC236}">
                  <a16:creationId xmlns:a16="http://schemas.microsoft.com/office/drawing/2014/main" id="{38620EA7-455F-6DE9-F662-C0D30C6CCC1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6">
              <a:extLst>
                <a:ext uri="{FF2B5EF4-FFF2-40B4-BE49-F238E27FC236}">
                  <a16:creationId xmlns:a16="http://schemas.microsoft.com/office/drawing/2014/main" id="{9C9207BA-724F-EED9-EF68-5274A476BAA6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7">
              <a:extLst>
                <a:ext uri="{FF2B5EF4-FFF2-40B4-BE49-F238E27FC236}">
                  <a16:creationId xmlns:a16="http://schemas.microsoft.com/office/drawing/2014/main" id="{BF2504A6-1981-16CF-FC56-825C7A018A91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8">
              <a:extLst>
                <a:ext uri="{FF2B5EF4-FFF2-40B4-BE49-F238E27FC236}">
                  <a16:creationId xmlns:a16="http://schemas.microsoft.com/office/drawing/2014/main" id="{B2FAB6ED-2DFE-DB4D-2874-566E4F7A73C9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9">
              <a:extLst>
                <a:ext uri="{FF2B5EF4-FFF2-40B4-BE49-F238E27FC236}">
                  <a16:creationId xmlns:a16="http://schemas.microsoft.com/office/drawing/2014/main" id="{BD2CF8CE-B874-2132-54CD-344032DB1835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00">
              <a:extLst>
                <a:ext uri="{FF2B5EF4-FFF2-40B4-BE49-F238E27FC236}">
                  <a16:creationId xmlns:a16="http://schemas.microsoft.com/office/drawing/2014/main" id="{FC2C887F-0EE0-8DE3-EDB9-3869B8E64C08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01">
              <a:extLst>
                <a:ext uri="{FF2B5EF4-FFF2-40B4-BE49-F238E27FC236}">
                  <a16:creationId xmlns:a16="http://schemas.microsoft.com/office/drawing/2014/main" id="{075590EA-738D-3CC9-3BEC-C0615AC7BFEE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102">
              <a:extLst>
                <a:ext uri="{FF2B5EF4-FFF2-40B4-BE49-F238E27FC236}">
                  <a16:creationId xmlns:a16="http://schemas.microsoft.com/office/drawing/2014/main" id="{8D149286-03E9-1A4D-4A38-5883E59E242F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103">
              <a:extLst>
                <a:ext uri="{FF2B5EF4-FFF2-40B4-BE49-F238E27FC236}">
                  <a16:creationId xmlns:a16="http://schemas.microsoft.com/office/drawing/2014/main" id="{AC00C56D-DB49-BF08-376C-3DAC989939A0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104">
              <a:extLst>
                <a:ext uri="{FF2B5EF4-FFF2-40B4-BE49-F238E27FC236}">
                  <a16:creationId xmlns:a16="http://schemas.microsoft.com/office/drawing/2014/main" id="{71C8DF54-500A-2577-79F7-330D6EA9D2A9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5">
              <a:extLst>
                <a:ext uri="{FF2B5EF4-FFF2-40B4-BE49-F238E27FC236}">
                  <a16:creationId xmlns:a16="http://schemas.microsoft.com/office/drawing/2014/main" id="{D933F7C9-84E1-D69E-0A5B-0EA93DFBF4E5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6">
              <a:extLst>
                <a:ext uri="{FF2B5EF4-FFF2-40B4-BE49-F238E27FC236}">
                  <a16:creationId xmlns:a16="http://schemas.microsoft.com/office/drawing/2014/main" id="{D461D2D4-167F-2D8C-045B-A6E6B3770134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7">
              <a:extLst>
                <a:ext uri="{FF2B5EF4-FFF2-40B4-BE49-F238E27FC236}">
                  <a16:creationId xmlns:a16="http://schemas.microsoft.com/office/drawing/2014/main" id="{38C3DA35-8061-B0F7-1EAC-AFD338C91DFB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8">
              <a:extLst>
                <a:ext uri="{FF2B5EF4-FFF2-40B4-BE49-F238E27FC236}">
                  <a16:creationId xmlns:a16="http://schemas.microsoft.com/office/drawing/2014/main" id="{0096DD00-7A52-2079-5D91-8E73BE48FF03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9">
              <a:extLst>
                <a:ext uri="{FF2B5EF4-FFF2-40B4-BE49-F238E27FC236}">
                  <a16:creationId xmlns:a16="http://schemas.microsoft.com/office/drawing/2014/main" id="{110FB6F9-1799-7210-E510-673D01938199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10">
              <a:extLst>
                <a:ext uri="{FF2B5EF4-FFF2-40B4-BE49-F238E27FC236}">
                  <a16:creationId xmlns:a16="http://schemas.microsoft.com/office/drawing/2014/main" id="{EDA692EC-1084-B863-9B6B-27656FA239A6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11">
              <a:extLst>
                <a:ext uri="{FF2B5EF4-FFF2-40B4-BE49-F238E27FC236}">
                  <a16:creationId xmlns:a16="http://schemas.microsoft.com/office/drawing/2014/main" id="{E1578024-F6C9-B47A-D104-CE3DF808C40A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12">
              <a:extLst>
                <a:ext uri="{FF2B5EF4-FFF2-40B4-BE49-F238E27FC236}">
                  <a16:creationId xmlns:a16="http://schemas.microsoft.com/office/drawing/2014/main" id="{DB955D2F-D4D9-C4B7-21DC-2048EB1AF2E8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13">
              <a:extLst>
                <a:ext uri="{FF2B5EF4-FFF2-40B4-BE49-F238E27FC236}">
                  <a16:creationId xmlns:a16="http://schemas.microsoft.com/office/drawing/2014/main" id="{F39CCA71-8EB3-3F41-1530-5E6228CF0EDF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14">
              <a:extLst>
                <a:ext uri="{FF2B5EF4-FFF2-40B4-BE49-F238E27FC236}">
                  <a16:creationId xmlns:a16="http://schemas.microsoft.com/office/drawing/2014/main" id="{535FF6A4-9801-5753-C95A-6DFD15069928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5">
              <a:extLst>
                <a:ext uri="{FF2B5EF4-FFF2-40B4-BE49-F238E27FC236}">
                  <a16:creationId xmlns:a16="http://schemas.microsoft.com/office/drawing/2014/main" id="{4215AFBB-AD36-EECA-B375-EC2A41491656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6">
              <a:extLst>
                <a:ext uri="{FF2B5EF4-FFF2-40B4-BE49-F238E27FC236}">
                  <a16:creationId xmlns:a16="http://schemas.microsoft.com/office/drawing/2014/main" id="{CABCEC90-949E-FF45-7F2B-0C00A052C5F6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7">
              <a:extLst>
                <a:ext uri="{FF2B5EF4-FFF2-40B4-BE49-F238E27FC236}">
                  <a16:creationId xmlns:a16="http://schemas.microsoft.com/office/drawing/2014/main" id="{1EA5519D-50F1-A7C5-2E2A-1FB1B79C26F7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8">
              <a:extLst>
                <a:ext uri="{FF2B5EF4-FFF2-40B4-BE49-F238E27FC236}">
                  <a16:creationId xmlns:a16="http://schemas.microsoft.com/office/drawing/2014/main" id="{0F4118A0-CCC0-E495-8C7D-4E39757D1656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9">
              <a:extLst>
                <a:ext uri="{FF2B5EF4-FFF2-40B4-BE49-F238E27FC236}">
                  <a16:creationId xmlns:a16="http://schemas.microsoft.com/office/drawing/2014/main" id="{BAFBB055-FB11-ABBF-D805-4F78429365D1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20">
              <a:extLst>
                <a:ext uri="{FF2B5EF4-FFF2-40B4-BE49-F238E27FC236}">
                  <a16:creationId xmlns:a16="http://schemas.microsoft.com/office/drawing/2014/main" id="{351C85DB-DF98-4DEA-7EB1-A50603F810FA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21">
              <a:extLst>
                <a:ext uri="{FF2B5EF4-FFF2-40B4-BE49-F238E27FC236}">
                  <a16:creationId xmlns:a16="http://schemas.microsoft.com/office/drawing/2014/main" id="{1F3872FB-2732-0333-85CF-A71883E8672E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9" name="圖形 118" descr="工廠 以實心填滿">
            <a:extLst>
              <a:ext uri="{FF2B5EF4-FFF2-40B4-BE49-F238E27FC236}">
                <a16:creationId xmlns:a16="http://schemas.microsoft.com/office/drawing/2014/main" id="{6219393A-1F07-C8E8-1908-7A234971E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868525" y="3930580"/>
            <a:ext cx="271919" cy="2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6049</TotalTime>
  <Words>263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Amasis MT Pro Black</vt:lpstr>
      <vt:lpstr>等线</vt:lpstr>
      <vt:lpstr>等线</vt:lpstr>
      <vt:lpstr>맑은 고딕</vt:lpstr>
      <vt:lpstr>Microsoft JhengHei</vt:lpstr>
      <vt:lpstr>Microsoft JhengHei</vt:lpstr>
      <vt:lpstr>新細明體</vt:lpstr>
      <vt:lpstr>Arial</vt:lpstr>
      <vt:lpstr>Arial Black</vt:lpstr>
      <vt:lpstr>Calibri</vt:lpstr>
      <vt:lpstr>Calibri Light</vt:lpstr>
      <vt:lpstr>Times New Roman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Andy;Andy Su(蘇孝維_PVN)</dc:creator>
  <cp:lastModifiedBy>RABBIT PHAM(PHẠM THỊ THÙY_PVN)</cp:lastModifiedBy>
  <cp:revision>769</cp:revision>
  <dcterms:created xsi:type="dcterms:W3CDTF">2021-03-09T11:56:00Z</dcterms:created>
  <dcterms:modified xsi:type="dcterms:W3CDTF">2026-09-14T12:43:08Z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